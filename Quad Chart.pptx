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2" d="100"/>
          <a:sy n="52" d="100"/>
        </p:scale>
        <p:origin x="80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2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18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82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0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7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9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95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4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8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1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49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D3510-0838-426E-B3FC-38EB54120C5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15CFA-B1C4-4A95-8825-F4B2BCA41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1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47165"/>
          </a:xfrm>
        </p:spPr>
        <p:txBody>
          <a:bodyPr>
            <a:normAutofit fontScale="90000"/>
          </a:bodyPr>
          <a:lstStyle/>
          <a:p>
            <a:r>
              <a:rPr lang="en-US" dirty="0"/>
              <a:t>Lunar Orbit Engine</a:t>
            </a:r>
          </a:p>
        </p:txBody>
      </p:sp>
      <p:cxnSp>
        <p:nvCxnSpPr>
          <p:cNvPr id="5" name="Straight Connector 4"/>
          <p:cNvCxnSpPr>
            <a:stCxn id="2" idx="2"/>
          </p:cNvCxnSpPr>
          <p:nvPr/>
        </p:nvCxnSpPr>
        <p:spPr>
          <a:xfrm>
            <a:off x="6096000" y="847165"/>
            <a:ext cx="0" cy="601083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363070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9624" y="847165"/>
            <a:ext cx="51636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Mission objective and 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Translunar Orbit Injection to Low Lunar Orbit with a payload of 3000kg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Approximate Delta V of 800 m/s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Launch Vehicle: H-II-A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4614kg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7670" y="847165"/>
            <a:ext cx="51636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Propulsion system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Hydrazine/NTO, 1132kg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Regulated Gas Feed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Cooling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Propellant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661" y="3917994"/>
            <a:ext cx="5163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Nozzle design and thrust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500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267s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6661" y="3753474"/>
            <a:ext cx="51636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Combustion analysis and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Stoichiometric reaction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Combines NTO and Hydrazine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Actual reaction with your O-to-F ratio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Adiabatic flame temperature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2505.57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Elementary reactions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H,H2O,N2,O2,HO2,NO,O,H2,NO2,OH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5FBA9C0-52F7-8945-041F-75D20363AE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" t="-428" r="73287" b="77308"/>
          <a:stretch>
            <a:fillRect/>
          </a:stretch>
        </p:blipFill>
        <p:spPr bwMode="auto">
          <a:xfrm>
            <a:off x="2523403" y="4244196"/>
            <a:ext cx="3101020" cy="232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D455DA8-51E1-5089-D232-203C7298C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" r="72158" b="75546"/>
          <a:stretch>
            <a:fillRect/>
          </a:stretch>
        </p:blipFill>
        <p:spPr bwMode="auto">
          <a:xfrm>
            <a:off x="9472648" y="1902157"/>
            <a:ext cx="2378692" cy="152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0ED51A7-E916-FD03-EB5A-49C345B26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913" y="2405063"/>
            <a:ext cx="4448175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320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B5EEBE1458DE4A86FC7BFDD5C15E27" ma:contentTypeVersion="10" ma:contentTypeDescription="Create a new document." ma:contentTypeScope="" ma:versionID="591784cfc1cbf42862b8fbe76ddaaed8">
  <xsd:schema xmlns:xsd="http://www.w3.org/2001/XMLSchema" xmlns:xs="http://www.w3.org/2001/XMLSchema" xmlns:p="http://schemas.microsoft.com/office/2006/metadata/properties" xmlns:ns2="75e49926-b891-4021-bd48-e73c9b24953c" xmlns:ns3="f6ab646a-7bc4-4407-9bde-41bceab8078c" targetNamespace="http://schemas.microsoft.com/office/2006/metadata/properties" ma:root="true" ma:fieldsID="1327dd498b0795b369ae391372df0559" ns2:_="" ns3:_="">
    <xsd:import namespace="75e49926-b891-4021-bd48-e73c9b24953c"/>
    <xsd:import namespace="f6ab646a-7bc4-4407-9bde-41bceab807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e49926-b891-4021-bd48-e73c9b2495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734e5bf-f6ce-4ed4-ac46-3aacfb8a7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ab646a-7bc4-4407-9bde-41bceab8078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9cc5af-a161-4bb5-bfc9-62c7c65e574a}" ma:internalName="TaxCatchAll" ma:showField="CatchAllData" ma:web="f6ab646a-7bc4-4407-9bde-41bceab807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5e49926-b891-4021-bd48-e73c9b24953c">
      <Terms xmlns="http://schemas.microsoft.com/office/infopath/2007/PartnerControls"/>
    </lcf76f155ced4ddcb4097134ff3c332f>
    <TaxCatchAll xmlns="f6ab646a-7bc4-4407-9bde-41bceab8078c" xsi:nil="true"/>
  </documentManagement>
</p:properties>
</file>

<file path=customXml/itemProps1.xml><?xml version="1.0" encoding="utf-8"?>
<ds:datastoreItem xmlns:ds="http://schemas.openxmlformats.org/officeDocument/2006/customXml" ds:itemID="{666C8823-AEFF-4BED-8B46-A883928601D6}"/>
</file>

<file path=customXml/itemProps2.xml><?xml version="1.0" encoding="utf-8"?>
<ds:datastoreItem xmlns:ds="http://schemas.openxmlformats.org/officeDocument/2006/customXml" ds:itemID="{0F5FB757-5EE1-413F-8269-6F3AF5AAAB85}"/>
</file>

<file path=customXml/itemProps3.xml><?xml version="1.0" encoding="utf-8"?>
<ds:datastoreItem xmlns:ds="http://schemas.openxmlformats.org/officeDocument/2006/customXml" ds:itemID="{70D18D22-BD12-4EE3-A366-EF3941661253}"/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98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Lunar Orbit 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KLemmer</dc:creator>
  <cp:lastModifiedBy>Wesley Banks</cp:lastModifiedBy>
  <cp:revision>5</cp:revision>
  <dcterms:created xsi:type="dcterms:W3CDTF">2023-04-13T15:21:59Z</dcterms:created>
  <dcterms:modified xsi:type="dcterms:W3CDTF">2026-04-28T18:31:18Z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0x01010046B5EEBE1458DE4A86FC7BFDD5C15E27</vt:lpwstr>
  </property>
</Properties>
</file>